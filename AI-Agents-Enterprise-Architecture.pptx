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AI Agents 與企業級 AI 架構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BC9C"/>
                </a:solidFill>
              </a:rPr>
              <a:t>MCP、Skills、Cowork 三大核心概念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</a:rPr>
              <a:t>政策分析與科技預測｜決策支援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MCP（Model Context Protocol）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64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概念說明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81381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01368"/>
            <a:ext cx="7644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定義：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上下文與能力暴露的標準化協議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核心功能：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讓 AI Agent 以一致、可控的方式存取外部資源與工具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88336"/>
            <a:ext cx="81381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16352"/>
            <a:ext cx="7644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可存取資源：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• 資料庫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• 檔案系統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• API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• 專用分析模組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758184"/>
            <a:ext cx="8138160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886200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類比：AI Agent 世界中的「USB-C 介面標準」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MCP 解決的關鍵問題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企業級挑戰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01952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各 Agent 與工具之間介面不一致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773936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1901952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上下文（context）來源混亂、不可控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16936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工具權限與可用性難以治理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916936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不利於企業級擴充與審計（auditability）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Skills（技能模組）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概念說明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01368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定義：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可被 Agent 呼叫的原子級或組合級能力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81381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41448"/>
            <a:ext cx="764438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特性：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明確輸入／輸出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可測試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可重用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可被編排（orchestration）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602736"/>
            <a:ext cx="81381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730752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核心意義：Agent「能做什麼」的具體體現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Skills 的層級架構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兩大層級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368503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</a:rPr>
              <a:t>Atomic Skill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3044952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3E50"/>
                </a:solidFill>
              </a:rPr>
              <a:t>原子技能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
單一功能
</a:t>
            </a:r>
            <a:pPr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F8C8D"/>
                </a:solidFill>
              </a:rPr>
              <a:t>如：摘要、分類、比對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56048" y="1773936"/>
            <a:ext cx="368503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2029968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</a:rPr>
              <a:t>Composite Skill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76088" y="2414016"/>
            <a:ext cx="3044952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3E50"/>
                </a:solidFill>
              </a:rPr>
              <a:t>組合技能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
多個 Skill 的流程組合
</a:t>
            </a:r>
            <a:pPr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F8C8D"/>
                </a:solidFill>
              </a:rPr>
              <a:t>如：完整分析任務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Skills 範例：專利分析應用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專利分析 Skills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81381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01368"/>
            <a:ext cx="7644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9B59B6"/>
                </a:solidFill>
              </a:rPr>
              <a:t>PatentClusteringSkill</a:t>
            </a:r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依 IPC/CPC 或 embedding 進行分群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432304"/>
            <a:ext cx="81381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60320"/>
            <a:ext cx="7644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9B59B6"/>
                </a:solidFill>
              </a:rPr>
              <a:t>CitationBurstDetectionSkill</a:t>
            </a:r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偵測突發引用技術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191256"/>
            <a:ext cx="81381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19272"/>
            <a:ext cx="7644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9B59B6"/>
                </a:solidFill>
              </a:rPr>
              <a:t>TechnologyTrendNarrativeSkill</a:t>
            </a:r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將分析結果轉為政策／產業敘事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Cowork（Co-worker Agents）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概念說明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01368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定義：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多個 Agent 之間的協作關係與分工機制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81381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41448"/>
            <a:ext cx="764438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E50"/>
                </a:solidFill>
              </a:rPr>
              <a:t>核心要素：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角色分工（role-based agents）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任務分解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協商與回饋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• 共同目標導向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602736"/>
            <a:ext cx="81381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730752"/>
            <a:ext cx="7644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本質：AI Agent 團隊的組織與協作模式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典型的 Cowork 角色架構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五大角色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01952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39C12"/>
                </a:solidFill>
              </a:rPr>
              <a:t>Planner Agent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任務拆解與流程規劃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773936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1901952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39C12"/>
                </a:solidFill>
              </a:rPr>
              <a:t>Research Agent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資料蒐集與驗證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88920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39C12"/>
                </a:solidFill>
              </a:rPr>
              <a:t>Analysis Agent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模型推論與分析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660904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788920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39C12"/>
                </a:solidFill>
              </a:rPr>
              <a:t>Reviewer Agent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品質控管與批判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28900" y="3547872"/>
            <a:ext cx="3941064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5788" y="3675888"/>
            <a:ext cx="3447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39C12"/>
                </a:solidFill>
              </a:rPr>
              <a:t>Writer Agent</a:t>
            </a:r>
            <a:pPr indent="0" marL="0">
              <a:lnSpc>
                <a:spcPts val="1800"/>
              </a:lnSpc>
              <a:buNone/>
            </a:pP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結構化輸出與敘事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92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技術趨勢分析：Cowork 流程示範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81381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43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完整協作流程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8138160" cy="2542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01952"/>
            <a:ext cx="7644384" cy="2093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1. Planner Agent：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2. Research Agent：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3. Analysis Agent：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4. Reviewer Agent：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5. Writer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定義分析目標（技術趨勢）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透過 MCP 擷取專利與新聞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呼叫多個 Skills 進行網絡分析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檢查方法與結論合理性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產出簡報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7644384" cy="2093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1.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Planner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定義分析目標（技術趨勢）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2.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Research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透過 MCP 擷取專利與新聞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3.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Analysis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呼叫多個 Skills 進行網絡分析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4.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Reviewer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檢查方法與結論合理性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5.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39C12"/>
                </a:solidFill>
              </a:rPr>
              <a:t>Writer Agent：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產出簡報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" y="1143000"/>
            <a:ext cx="7616952" cy="1014984"/>
          </a:xfrm>
          <a:prstGeom prst="rect">
            <a:avLst/>
          </a:prstGeom>
          <a:solidFill>
            <a:srgbClr val="00000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4984" y="13990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1ABC9C"/>
                </a:solidFill>
              </a:rPr>
              <a:t>MCP + Skills + Cowork</a:t>
            </a:r>
            <a:endParaRPr lang="en-US" sz="3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1ABC9C"/>
                </a:solidFill>
              </a:rPr>
              <a:t>= 企業級 AI 架構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30936" y="2414016"/>
            <a:ext cx="7616952" cy="17739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2670048"/>
            <a:ext cx="685800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MCP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 提供標準化介面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Skills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 提供可重用能力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•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BC9C"/>
                </a:solidFill>
              </a:rPr>
              <a:t>Cowork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 實現智慧協作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• 三者結合構建可擴展、可治理的企業級 AI 系統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與企業級 AI 架構</dc:title>
  <dc:subject>PptxGenJS Presentation</dc:subject>
  <dc:creator>AI Agents Presentation</dc:creator>
  <cp:lastModifiedBy>AI Agents Presentation</cp:lastModifiedBy>
  <cp:revision>1</cp:revision>
  <dcterms:created xsi:type="dcterms:W3CDTF">2026-01-21T14:54:41Z</dcterms:created>
  <dcterms:modified xsi:type="dcterms:W3CDTF">2026-01-21T14:54:41Z</dcterms:modified>
</cp:coreProperties>
</file>